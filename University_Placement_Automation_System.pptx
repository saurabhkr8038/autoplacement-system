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University Placement Automation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Streamlining Recruitment. Connecting Talent.</a:t>
            </a:r>
          </a:p>
          <a:p/>
          <a:p>
            <a:r>
              <a:t>Team Members:</a:t>
            </a:r>
          </a:p>
          <a:p>
            <a:r>
              <a:t>Saurabh Kumar (saurabh.24scse1180099@galgotiasuniversity.ac.in)</a:t>
            </a:r>
          </a:p>
          <a:p>
            <a:r>
              <a:t>Yashdeep Shukla (Yashdeep.24scse1180255@galgotiasuniversity.ac.in)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Manual Data Handling: Reliance on error-prone Excel sheets.</a:t>
            </a:r>
          </a:p>
          <a:p>
            <a:pPr/>
            <a:r>
              <a:t>Inefficient Filtering: Time-consuming manual sorting of students by CGPA.</a:t>
            </a:r>
          </a:p>
          <a:p>
            <a:pPr/>
            <a:r>
              <a:t>Data Redundancy: Lack of centralized tracking for eligibility.</a:t>
            </a:r>
          </a:p>
          <a:p>
            <a:pPr/>
            <a:r>
              <a:t>Communication Gap: No unified platform for job postings.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Centralized Java Application: Secure desktop system for data management.</a:t>
            </a:r>
          </a:p>
          <a:p>
            <a:pPr/>
            <a:r>
              <a:t>Automated Filtering Engine: Instant shortlisting algorithms.</a:t>
            </a:r>
          </a:p>
          <a:p>
            <a:pPr/>
            <a:r>
              <a:t>Database Integration: MySQL for persistent storage.</a:t>
            </a:r>
          </a:p>
          <a:p>
            <a:pPr/>
            <a:r>
              <a:t>Role-Based Access: Separate modules for Admins and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Student Management: CRUD operations for profiles.</a:t>
            </a:r>
          </a:p>
          <a:p>
            <a:pPr/>
            <a:r>
              <a:t>Smart Filtering: Instant candidate list generation.</a:t>
            </a:r>
          </a:p>
          <a:p>
            <a:pPr/>
            <a:r>
              <a:t>Java Backend: Core Java and OOP principles.</a:t>
            </a:r>
          </a:p>
          <a:p>
            <a:pPr/>
            <a:r>
              <a:t>JDBC Connectivity: Live MySQL synchronization.</a:t>
            </a:r>
          </a:p>
          <a:p>
            <a:pPr/>
            <a:r>
              <a:t>Multithreading: Background data loading.</a:t>
            </a:r>
          </a:p>
          <a:p>
            <a:pPr/>
            <a:r>
              <a:t>Data Security: Encapsulated data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Presentation Layer: Console/GUI Interface.</a:t>
            </a:r>
          </a:p>
          <a:p>
            <a:pPr/>
            <a:r>
              <a:t>Service Layer: Filtering logic (PlacementService).</a:t>
            </a:r>
          </a:p>
          <a:p>
            <a:pPr/>
            <a:r>
              <a:t>DAO Layer: Database operations (StudentDAO, CompanyDAO).</a:t>
            </a:r>
          </a:p>
          <a:p>
            <a:pPr/>
            <a:r>
              <a:t>Database Layer: MySQL Database.</a:t>
            </a:r>
          </a:p>
          <a:p>
            <a:pPr/>
            <a:r>
              <a:t>Utilities: DBConnection (Singleton), Thread Managers.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Encapsulation, Inheritance, Polymorphism,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public class Student extends User {</a:t>
            </a:r>
          </a:p>
          <a:p>
            <a:r>
              <a:t>    private double cgpa; // Encapsulation</a:t>
            </a:r>
          </a:p>
          <a:p/>
          <a:p>
            <a:r>
              <a:t>    public Student(...) { super(...); } // Inheritance</a:t>
            </a:r>
          </a:p>
          <a:p/>
          <a:p>
            <a:r>
              <a:t>    @Override</a:t>
            </a:r>
          </a:p>
          <a:p>
            <a:r>
              <a:t>    public String toString() { ... } // Polymorphism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&amp;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Used ArrayList for dynamic lists and HashMap for lookups.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public class PlacementService {</a:t>
            </a:r>
          </a:p>
          <a:p>
            <a:r>
              <a:t>    private Map&lt;String, List&lt;Student&gt;&gt; companyShortlists;</a:t>
            </a:r>
          </a:p>
          <a:p/>
          <a:p>
            <a:r>
              <a:t>    public PlacementService() {</a:t>
            </a:r>
          </a:p>
          <a:p>
            <a:r>
              <a:t>        this.companyShortlists = new HashMap&lt;&gt;();</a:t>
            </a:r>
          </a:p>
          <a:p>
            <a:r>
              <a:t>    }</a:t>
            </a:r>
          </a:p>
          <a:p>
            <a:r>
              <a:t>    // ...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Background data loading to keep UI responsive.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public class LoaderThread extends Thread {</a:t>
            </a:r>
          </a:p>
          <a:p>
            <a:r>
              <a:t>    @Override</a:t>
            </a:r>
          </a:p>
          <a:p>
            <a:r>
              <a:t>    public void run() {</a:t>
            </a:r>
          </a:p>
          <a:p>
            <a:r>
              <a:t>        System.out.println("Background loading...");</a:t>
            </a:r>
          </a:p>
          <a:p>
            <a:r>
              <a:t>        // Fetch heavy data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// Main:</a:t>
            </a:r>
          </a:p>
          <a:p>
            <a:r>
              <a:t>LoaderThread loader = new LoaderThread();</a:t>
            </a:r>
          </a:p>
          <a:p>
            <a:r>
              <a:t>loader.start();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Layer (JDBC)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Secure database connectivity using PreparedStatement.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String sql = "INSERT INTO students ... VALUES (?, ?)";</a:t>
            </a:r>
          </a:p>
          <a:p>
            <a:r>
              <a:t>try (PreparedStatement pstmt = conn.prepareStatement(sql)) {</a:t>
            </a:r>
          </a:p>
          <a:p>
            <a:r>
              <a:t>    pstmt.setString(1, name);</a:t>
            </a:r>
          </a:p>
          <a:p>
            <a:r>
              <a:t>    pstmt.executeUpdate();</a:t>
            </a:r>
          </a:p>
          <a:p>
            <a:r>
              <a:t>} catch (SQLException e) {</a:t>
            </a:r>
          </a:p>
          <a:p>
            <a:r>
              <a:t>    e.printStackTrace();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Login: Admin authenticates.</a:t>
            </a:r>
          </a:p>
          <a:p>
            <a:pPr/>
            <a:r>
              <a:t>2. Input: Admin sets criteria (e.g., CGPA &gt; 7.5).</a:t>
            </a:r>
          </a:p>
          <a:p>
            <a:pPr/>
            <a:r>
              <a:t>3. Process: System queries DB &amp; filters students.</a:t>
            </a:r>
          </a:p>
          <a:p>
            <a:pPr/>
            <a:r>
              <a:t>4. Output: Shortlisted candidates displayed.</a:t>
            </a:r>
          </a:p>
          <a:p>
            <a:pPr/>
            <a:r>
              <a:t>5. Storage: Updates saved to MySQL.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Conclusion: Successfully automates placement workflow using Java OOP, JDBC, and Multithreading.</a:t>
            </a:r>
          </a:p>
          <a:p>
            <a:pPr/>
            <a:r>
              <a:t>Future Scope:</a:t>
            </a:r>
          </a:p>
          <a:p>
            <a:pPr/>
            <a:r>
              <a:t>- Web Portal (JSP/Servlet)</a:t>
            </a:r>
          </a:p>
          <a:p>
            <a:pPr/>
            <a:r>
              <a:t>- AI Resume Parsing</a:t>
            </a:r>
          </a:p>
          <a:p>
            <a:pPr/>
            <a:r>
              <a:t>- Email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